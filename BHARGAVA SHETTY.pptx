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6B944-64ED-4519-9399-153DF8686B2D}" v="31" dt="2025-11-05T17:55:22.2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216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KY SEN" userId="eb03e66c950cc231" providerId="LiveId" clId="{015084A2-7F44-4CCD-AFFE-D4D9DF5755EA}"/>
    <pc:docChg chg="undo custSel addSld delSld modSld">
      <pc:chgData name="VIKKY SEN" userId="eb03e66c950cc231" providerId="LiveId" clId="{015084A2-7F44-4CCD-AFFE-D4D9DF5755EA}" dt="2025-11-05T17:55:34.698" v="346" actId="1076"/>
      <pc:docMkLst>
        <pc:docMk/>
      </pc:docMkLst>
      <pc:sldChg chg="modSp mod">
        <pc:chgData name="VIKKY SEN" userId="eb03e66c950cc231" providerId="LiveId" clId="{015084A2-7F44-4CCD-AFFE-D4D9DF5755EA}" dt="2025-11-05T09:57:49.104" v="125" actId="20577"/>
        <pc:sldMkLst>
          <pc:docMk/>
          <pc:sldMk cId="2720793846" sldId="256"/>
        </pc:sldMkLst>
        <pc:graphicFrameChg chg="mod modGraphic">
          <ac:chgData name="VIKKY SEN" userId="eb03e66c950cc231" providerId="LiveId" clId="{015084A2-7F44-4CCD-AFFE-D4D9DF5755EA}" dt="2025-11-05T09:57:49.104" v="125" actId="20577"/>
          <ac:graphicFrameMkLst>
            <pc:docMk/>
            <pc:sldMk cId="2720793846" sldId="256"/>
            <ac:graphicFrameMk id="11" creationId="{B39E0012-B3AF-E718-6BBA-5D37629E4005}"/>
          </ac:graphicFrameMkLst>
        </pc:graphicFrameChg>
      </pc:sldChg>
      <pc:sldChg chg="addSp modSp mod">
        <pc:chgData name="VIKKY SEN" userId="eb03e66c950cc231" providerId="LiveId" clId="{015084A2-7F44-4CCD-AFFE-D4D9DF5755EA}" dt="2025-11-05T10:27:31.495" v="153" actId="27636"/>
        <pc:sldMkLst>
          <pc:docMk/>
          <pc:sldMk cId="1816614792" sldId="257"/>
        </pc:sldMkLst>
        <pc:spChg chg="mod">
          <ac:chgData name="VIKKY SEN" userId="eb03e66c950cc231" providerId="LiveId" clId="{015084A2-7F44-4CCD-AFFE-D4D9DF5755EA}" dt="2025-11-05T10:27:31.495" v="153" actId="27636"/>
          <ac:spMkLst>
            <pc:docMk/>
            <pc:sldMk cId="1816614792" sldId="257"/>
            <ac:spMk id="3" creationId="{FAE17474-C476-1051-3F37-A2159E2BEE57}"/>
          </ac:spMkLst>
        </pc:spChg>
        <pc:spChg chg="add mod">
          <ac:chgData name="VIKKY SEN" userId="eb03e66c950cc231" providerId="LiveId" clId="{015084A2-7F44-4CCD-AFFE-D4D9DF5755EA}" dt="2025-11-05T10:24:55.681" v="136" actId="5793"/>
          <ac:spMkLst>
            <pc:docMk/>
            <pc:sldMk cId="1816614792" sldId="257"/>
            <ac:spMk id="6" creationId="{6DC4F71B-8442-2A2F-F99F-83745E995AD1}"/>
          </ac:spMkLst>
        </pc:spChg>
      </pc:sldChg>
      <pc:sldChg chg="modSp mod">
        <pc:chgData name="VIKKY SEN" userId="eb03e66c950cc231" providerId="LiveId" clId="{015084A2-7F44-4CCD-AFFE-D4D9DF5755EA}" dt="2025-11-05T17:46:32.433" v="257" actId="20577"/>
        <pc:sldMkLst>
          <pc:docMk/>
          <pc:sldMk cId="519586359" sldId="258"/>
        </pc:sldMkLst>
        <pc:graphicFrameChg chg="mod modGraphic">
          <ac:chgData name="VIKKY SEN" userId="eb03e66c950cc231" providerId="LiveId" clId="{015084A2-7F44-4CCD-AFFE-D4D9DF5755EA}" dt="2025-11-05T17:46:32.433" v="257" actId="20577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modSp mod">
        <pc:chgData name="VIKKY SEN" userId="eb03e66c950cc231" providerId="LiveId" clId="{015084A2-7F44-4CCD-AFFE-D4D9DF5755EA}" dt="2025-11-05T10:34:11.039" v="241" actId="5793"/>
        <pc:sldMkLst>
          <pc:docMk/>
          <pc:sldMk cId="2832692384" sldId="259"/>
        </pc:sldMkLst>
        <pc:spChg chg="mod">
          <ac:chgData name="VIKKY SEN" userId="eb03e66c950cc231" providerId="LiveId" clId="{015084A2-7F44-4CCD-AFFE-D4D9DF5755EA}" dt="2025-11-05T10:34:11.039" v="241" actId="5793"/>
          <ac:spMkLst>
            <pc:docMk/>
            <pc:sldMk cId="2832692384" sldId="259"/>
            <ac:spMk id="3" creationId="{FE67243E-1300-82BE-9968-6837E801AFFC}"/>
          </ac:spMkLst>
        </pc:spChg>
      </pc:sldChg>
      <pc:sldChg chg="addSp delSp modSp mod">
        <pc:chgData name="VIKKY SEN" userId="eb03e66c950cc231" providerId="LiveId" clId="{015084A2-7F44-4CCD-AFFE-D4D9DF5755EA}" dt="2025-11-05T17:50:07.257" v="298" actId="1076"/>
        <pc:sldMkLst>
          <pc:docMk/>
          <pc:sldMk cId="2805269521" sldId="260"/>
        </pc:sldMkLst>
        <pc:spChg chg="del mod">
          <ac:chgData name="VIKKY SEN" userId="eb03e66c950cc231" providerId="LiveId" clId="{015084A2-7F44-4CCD-AFFE-D4D9DF5755EA}" dt="2025-11-05T08:24:59.647" v="33"/>
          <ac:spMkLst>
            <pc:docMk/>
            <pc:sldMk cId="2805269521" sldId="260"/>
            <ac:spMk id="3" creationId="{CB511744-1841-7314-5231-7CC4C07DDED0}"/>
          </ac:spMkLst>
        </pc:spChg>
        <pc:spChg chg="add del mod">
          <ac:chgData name="VIKKY SEN" userId="eb03e66c950cc231" providerId="LiveId" clId="{015084A2-7F44-4CCD-AFFE-D4D9DF5755EA}" dt="2025-11-05T10:35:48.589" v="253" actId="478"/>
          <ac:spMkLst>
            <pc:docMk/>
            <pc:sldMk cId="2805269521" sldId="260"/>
            <ac:spMk id="10" creationId="{BBE87D88-B070-CE08-D3C7-6BB363869B2A}"/>
          </ac:spMkLst>
        </pc:spChg>
        <pc:spChg chg="add del mod">
          <ac:chgData name="VIKKY SEN" userId="eb03e66c950cc231" providerId="LiveId" clId="{015084A2-7F44-4CCD-AFFE-D4D9DF5755EA}" dt="2025-11-05T17:48:24.708" v="269"/>
          <ac:spMkLst>
            <pc:docMk/>
            <pc:sldMk cId="2805269521" sldId="260"/>
            <ac:spMk id="11" creationId="{F875BF48-5D16-7CD7-5DFE-8EB965AD9942}"/>
          </ac:spMkLst>
        </pc:spChg>
        <pc:picChg chg="add del mod">
          <ac:chgData name="VIKKY SEN" userId="eb03e66c950cc231" providerId="LiveId" clId="{015084A2-7F44-4CCD-AFFE-D4D9DF5755EA}" dt="2025-11-05T17:47:31.942" v="262" actId="478"/>
          <ac:picMkLst>
            <pc:docMk/>
            <pc:sldMk cId="2805269521" sldId="260"/>
            <ac:picMk id="6" creationId="{78C40935-8BE5-3FCA-90AC-EAD888BF8765}"/>
          </ac:picMkLst>
        </pc:picChg>
        <pc:picChg chg="add del mod">
          <ac:chgData name="VIKKY SEN" userId="eb03e66c950cc231" providerId="LiveId" clId="{015084A2-7F44-4CCD-AFFE-D4D9DF5755EA}" dt="2025-11-05T17:48:29.444" v="270" actId="478"/>
          <ac:picMkLst>
            <pc:docMk/>
            <pc:sldMk cId="2805269521" sldId="260"/>
            <ac:picMk id="7" creationId="{9689F46B-158D-05DD-C4A7-2F2A82F5D698}"/>
          </ac:picMkLst>
        </pc:picChg>
        <pc:picChg chg="add del mod">
          <ac:chgData name="VIKKY SEN" userId="eb03e66c950cc231" providerId="LiveId" clId="{015084A2-7F44-4CCD-AFFE-D4D9DF5755EA}" dt="2025-11-05T17:48:31.642" v="271" actId="478"/>
          <ac:picMkLst>
            <pc:docMk/>
            <pc:sldMk cId="2805269521" sldId="260"/>
            <ac:picMk id="8" creationId="{E3F140B2-A7C8-52AA-4196-81A0C5CBA5C6}"/>
          </ac:picMkLst>
        </pc:picChg>
        <pc:picChg chg="add mod">
          <ac:chgData name="VIKKY SEN" userId="eb03e66c950cc231" providerId="LiveId" clId="{015084A2-7F44-4CCD-AFFE-D4D9DF5755EA}" dt="2025-11-05T17:48:10.703" v="268" actId="1076"/>
          <ac:picMkLst>
            <pc:docMk/>
            <pc:sldMk cId="2805269521" sldId="260"/>
            <ac:picMk id="9" creationId="{9CC79932-4B34-7B29-2E0F-07CB0A9ED7EB}"/>
          </ac:picMkLst>
        </pc:picChg>
        <pc:picChg chg="add mod">
          <ac:chgData name="VIKKY SEN" userId="eb03e66c950cc231" providerId="LiveId" clId="{015084A2-7F44-4CCD-AFFE-D4D9DF5755EA}" dt="2025-11-05T17:48:41.538" v="273" actId="1076"/>
          <ac:picMkLst>
            <pc:docMk/>
            <pc:sldMk cId="2805269521" sldId="260"/>
            <ac:picMk id="13" creationId="{7DC36CCC-1F65-F271-3547-8E3B6BA90CBB}"/>
          </ac:picMkLst>
        </pc:picChg>
        <pc:picChg chg="add mod">
          <ac:chgData name="VIKKY SEN" userId="eb03e66c950cc231" providerId="LiveId" clId="{015084A2-7F44-4CCD-AFFE-D4D9DF5755EA}" dt="2025-11-05T17:48:53.422" v="277" actId="1076"/>
          <ac:picMkLst>
            <pc:docMk/>
            <pc:sldMk cId="2805269521" sldId="260"/>
            <ac:picMk id="15" creationId="{38AB3195-D617-222B-95BF-CE0BB0EB7557}"/>
          </ac:picMkLst>
        </pc:picChg>
        <pc:picChg chg="add mod">
          <ac:chgData name="VIKKY SEN" userId="eb03e66c950cc231" providerId="LiveId" clId="{015084A2-7F44-4CCD-AFFE-D4D9DF5755EA}" dt="2025-11-05T17:49:39.597" v="289" actId="1076"/>
          <ac:picMkLst>
            <pc:docMk/>
            <pc:sldMk cId="2805269521" sldId="260"/>
            <ac:picMk id="17" creationId="{BC8DDD83-7975-B15E-C6E2-03F6F018EA0D}"/>
          </ac:picMkLst>
        </pc:picChg>
        <pc:picChg chg="add mod">
          <ac:chgData name="VIKKY SEN" userId="eb03e66c950cc231" providerId="LiveId" clId="{015084A2-7F44-4CCD-AFFE-D4D9DF5755EA}" dt="2025-11-05T17:49:53.765" v="294" actId="1076"/>
          <ac:picMkLst>
            <pc:docMk/>
            <pc:sldMk cId="2805269521" sldId="260"/>
            <ac:picMk id="19" creationId="{C3E32A56-2524-EE9C-2AF6-FB06CE43303B}"/>
          </ac:picMkLst>
        </pc:picChg>
        <pc:picChg chg="add mod">
          <ac:chgData name="VIKKY SEN" userId="eb03e66c950cc231" providerId="LiveId" clId="{015084A2-7F44-4CCD-AFFE-D4D9DF5755EA}" dt="2025-11-05T17:50:07.257" v="298" actId="1076"/>
          <ac:picMkLst>
            <pc:docMk/>
            <pc:sldMk cId="2805269521" sldId="260"/>
            <ac:picMk id="21" creationId="{475772BB-0490-1DEC-1CBB-2AC87B9301BE}"/>
          </ac:picMkLst>
        </pc:picChg>
      </pc:sldChg>
      <pc:sldChg chg="del">
        <pc:chgData name="VIKKY SEN" userId="eb03e66c950cc231" providerId="LiveId" clId="{015084A2-7F44-4CCD-AFFE-D4D9DF5755EA}" dt="2025-11-05T08:26:48.157" v="56" actId="2696"/>
        <pc:sldMkLst>
          <pc:docMk/>
          <pc:sldMk cId="1263363521" sldId="261"/>
        </pc:sldMkLst>
      </pc:sldChg>
      <pc:sldChg chg="modSp mod">
        <pc:chgData name="VIKKY SEN" userId="eb03e66c950cc231" providerId="LiveId" clId="{015084A2-7F44-4CCD-AFFE-D4D9DF5755EA}" dt="2025-11-05T10:35:39.635" v="252" actId="20577"/>
        <pc:sldMkLst>
          <pc:docMk/>
          <pc:sldMk cId="752607158" sldId="262"/>
        </pc:sldMkLst>
        <pc:spChg chg="mod">
          <ac:chgData name="VIKKY SEN" userId="eb03e66c950cc231" providerId="LiveId" clId="{015084A2-7F44-4CCD-AFFE-D4D9DF5755EA}" dt="2025-11-05T10:35:39.635" v="252" actId="20577"/>
          <ac:spMkLst>
            <pc:docMk/>
            <pc:sldMk cId="752607158" sldId="262"/>
            <ac:spMk id="3" creationId="{D3AB1971-AF7F-80EE-26ED-EA8A7E8C7C21}"/>
          </ac:spMkLst>
        </pc:spChg>
      </pc:sldChg>
      <pc:sldChg chg="addSp delSp modSp new mod">
        <pc:chgData name="VIKKY SEN" userId="eb03e66c950cc231" providerId="LiveId" clId="{015084A2-7F44-4CCD-AFFE-D4D9DF5755EA}" dt="2025-11-05T17:55:34.698" v="346" actId="1076"/>
        <pc:sldMkLst>
          <pc:docMk/>
          <pc:sldMk cId="718381069" sldId="263"/>
        </pc:sldMkLst>
        <pc:spChg chg="mod">
          <ac:chgData name="VIKKY SEN" userId="eb03e66c950cc231" providerId="LiveId" clId="{015084A2-7F44-4CCD-AFFE-D4D9DF5755EA}" dt="2025-11-05T17:54:35.679" v="343" actId="14100"/>
          <ac:spMkLst>
            <pc:docMk/>
            <pc:sldMk cId="718381069" sldId="263"/>
            <ac:spMk id="2" creationId="{8374737A-D7C6-3046-34CC-E8D6FBC2C2F9}"/>
          </ac:spMkLst>
        </pc:spChg>
        <pc:spChg chg="mod">
          <ac:chgData name="VIKKY SEN" userId="eb03e66c950cc231" providerId="LiveId" clId="{015084A2-7F44-4CCD-AFFE-D4D9DF5755EA}" dt="2025-11-05T17:55:34.698" v="346" actId="1076"/>
          <ac:spMkLst>
            <pc:docMk/>
            <pc:sldMk cId="718381069" sldId="263"/>
            <ac:spMk id="3" creationId="{F7410FDD-A595-3EE5-383A-ACF33F672B43}"/>
          </ac:spMkLst>
        </pc:spChg>
        <pc:inkChg chg="add del">
          <ac:chgData name="VIKKY SEN" userId="eb03e66c950cc231" providerId="LiveId" clId="{015084A2-7F44-4CCD-AFFE-D4D9DF5755EA}" dt="2025-11-05T17:53:31.478" v="334" actId="9405"/>
          <ac:inkMkLst>
            <pc:docMk/>
            <pc:sldMk cId="718381069" sldId="263"/>
            <ac:inkMk id="6" creationId="{2330CF44-06FB-8D57-B20F-DE3C0D498126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rangam1107/AI-mini-project/blob/61b3ffc0a46aba9b743439ea3c552c8e6731bd71/bhargava%20shetty.docx" TargetMode="External"/><Relationship Id="rId2" Type="http://schemas.openxmlformats.org/officeDocument/2006/relationships/hyperlink" Target="https://github.com/Srirangam1107/AI-mini-project/blob/3a5ceb5794d8a4184638c75b888f7f81700d7593/AI%20mini%20project%20binsu.p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chine-learning/decision-tree/" TargetMode="External"/><Relationship Id="rId3" Type="http://schemas.openxmlformats.org/officeDocument/2006/relationships/hyperlink" Target="https://risetpress.com/index.php/ijmars/article/view/961?utm_source=chatgpt.com" TargetMode="External"/><Relationship Id="rId7" Type="http://schemas.openxmlformats.org/officeDocument/2006/relationships/hyperlink" Target="https://mitpressbookstore.mit.edu/book/9789814590075?utm_source=chatgpt.com" TargetMode="External"/><Relationship Id="rId2" Type="http://schemas.openxmlformats.org/officeDocument/2006/relationships/hyperlink" Target="https://risetpress.com/index.php/ijmars/article/view/96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tpressbookstore.mit.edu/book/9789814590075" TargetMode="External"/><Relationship Id="rId11" Type="http://schemas.openxmlformats.org/officeDocument/2006/relationships/hyperlink" Target="https://crimsonpublishers.com/ggs/fulltext/GGS.000684.php?utm_source=chatgpt.com" TargetMode="External"/><Relationship Id="rId5" Type="http://schemas.openxmlformats.org/officeDocument/2006/relationships/hyperlink" Target="https://journals.must.ac.ke/index.php/AJSTSS/article/view/206?utm_source=chatgpt.com" TargetMode="External"/><Relationship Id="rId10" Type="http://schemas.openxmlformats.org/officeDocument/2006/relationships/hyperlink" Target="https://crimsonpublishers.com/ggs/fulltext/GGS.000684.php" TargetMode="External"/><Relationship Id="rId4" Type="http://schemas.openxmlformats.org/officeDocument/2006/relationships/hyperlink" Target="https://journals.must.ac.ke/index.php/AJSTSS/article/view/206" TargetMode="External"/><Relationship Id="rId9" Type="http://schemas.openxmlformats.org/officeDocument/2006/relationships/hyperlink" Target="https://www.geeksforgeeks.org/machine-learning/decision-tree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&lt;TITLE OF THE PROJECT&gt;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685069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/>
                        <a:t>2117240030019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BHARGAVA SHETTY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IN" altLang="en-US" dirty="0"/>
                        <a:t>2nd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IN" alt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11/5/2025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000710"/>
            <a:ext cx="10515600" cy="553820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Lack of real-time data analysis and predictive capability.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Some blood types are in short supply, others go unused.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Inefficient communication with donors and hospitals.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No centralized platform for donor and hospital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Difficulty in forecasting blood and organ demand accurately.</a:t>
            </a:r>
          </a:p>
          <a:p>
            <a:r>
              <a:rPr lang="en-US" dirty="0">
                <a:cs typeface="Arial" panose="020B0604020202020204" pitchFamily="34" charset="0"/>
              </a:rPr>
              <a:t>Delays in matching donors with recipients during emergencies.</a:t>
            </a:r>
          </a:p>
          <a:p>
            <a:r>
              <a:rPr lang="en-US" dirty="0">
                <a:cs typeface="Arial" panose="020B0604020202020204" pitchFamily="34" charset="0"/>
              </a:rPr>
              <a:t>Manual tracking of donor records leads to errors and inefficiency.</a:t>
            </a:r>
          </a:p>
          <a:p>
            <a:r>
              <a:rPr lang="en-US" dirty="0">
                <a:cs typeface="Arial" panose="020B0604020202020204" pitchFamily="34" charset="0"/>
              </a:rPr>
              <a:t>Donor awareness and participation are inconsistent.</a:t>
            </a:r>
          </a:p>
          <a:p>
            <a:r>
              <a:rPr lang="en-US" dirty="0">
                <a:cs typeface="Arial" panose="020B0604020202020204" pitchFamily="34" charset="0"/>
              </a:rPr>
              <a:t>Limited ability to plan donation drives based on demand trends.</a:t>
            </a:r>
          </a:p>
          <a:p>
            <a:r>
              <a:rPr lang="en-US" dirty="0">
                <a:cs typeface="Arial" panose="020B0604020202020204" pitchFamily="34" charset="0"/>
              </a:rPr>
              <a:t>No automated system to notify donors during urgent requirements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DC4F71B-8442-2A2F-F99F-83745E995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073470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81037"/>
            <a:ext cx="7604052" cy="604043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AI-Based Blood Donation Management System</a:t>
            </a:r>
            <a:endParaRPr lang="en-IN" dirty="0"/>
          </a:p>
          <a:p>
            <a:r>
              <a:rPr lang="en-IN" dirty="0"/>
              <a:t>Uses AI &amp; Machine Learning for blood donation management.</a:t>
            </a:r>
          </a:p>
          <a:p>
            <a:r>
              <a:rPr lang="en-IN" dirty="0"/>
              <a:t>Improves prediction, matching, and decision-making.</a:t>
            </a:r>
          </a:p>
          <a:p>
            <a:pPr marL="0" indent="0">
              <a:buNone/>
            </a:pPr>
            <a:r>
              <a:rPr lang="en-IN" b="1" dirty="0"/>
              <a:t> AI in Blood Donation</a:t>
            </a:r>
          </a:p>
          <a:p>
            <a:r>
              <a:rPr lang="en-IN" dirty="0"/>
              <a:t>Predicts blood demand using historical data.</a:t>
            </a:r>
          </a:p>
          <a:p>
            <a:r>
              <a:rPr lang="en-IN" dirty="0"/>
              <a:t>Matches donors with recipients automatically.</a:t>
            </a:r>
          </a:p>
          <a:p>
            <a:r>
              <a:rPr lang="en-IN" dirty="0"/>
              <a:t>Handles multiple input parameters (blood type, age, location, donation history).</a:t>
            </a:r>
          </a:p>
          <a:p>
            <a:pPr marL="0" indent="0">
              <a:buNone/>
            </a:pPr>
            <a:r>
              <a:rPr lang="en-IN" b="1" dirty="0"/>
              <a:t>Decision Tree Algorithm</a:t>
            </a:r>
          </a:p>
          <a:p>
            <a:r>
              <a:rPr lang="en-IN" dirty="0"/>
              <a:t>Divides data into smaller subsets based on attributes.</a:t>
            </a:r>
          </a:p>
          <a:p>
            <a:r>
              <a:rPr lang="en-IN" dirty="0"/>
              <a:t>Interpretable and easy to implement.</a:t>
            </a:r>
          </a:p>
          <a:p>
            <a:r>
              <a:rPr lang="en-IN" dirty="0"/>
              <a:t>Predicts categorical outcomes: donor eligibility, blood shortages.</a:t>
            </a:r>
          </a:p>
          <a:p>
            <a:pPr marL="0" indent="0">
              <a:buNone/>
            </a:pPr>
            <a:r>
              <a:rPr lang="en-IN" b="1" dirty="0"/>
              <a:t>Random Forest Algorithm</a:t>
            </a:r>
          </a:p>
          <a:p>
            <a:r>
              <a:rPr lang="en-IN" dirty="0"/>
              <a:t>Ensemble of multiple Decision Trees.</a:t>
            </a:r>
          </a:p>
          <a:p>
            <a:r>
              <a:rPr lang="en-IN" dirty="0"/>
              <a:t>Reduces overfitting and improves accuracy.</a:t>
            </a:r>
          </a:p>
          <a:p>
            <a:r>
              <a:rPr lang="en-IN" dirty="0"/>
              <a:t>Suitable for complex datasets with multiple influencing factors.</a:t>
            </a:r>
          </a:p>
          <a:p>
            <a:pPr marL="0" indent="0">
              <a:buNone/>
            </a:pPr>
            <a:r>
              <a:rPr lang="en-IN" b="1" dirty="0"/>
              <a:t> Algorithm Justification</a:t>
            </a:r>
          </a:p>
          <a:p>
            <a:r>
              <a:rPr lang="en-IN" dirty="0"/>
              <a:t>Simple, interpretable, scalable.</a:t>
            </a:r>
          </a:p>
          <a:p>
            <a:r>
              <a:rPr lang="en-IN" dirty="0"/>
              <a:t>Handles categorical data efficiently.</a:t>
            </a:r>
          </a:p>
          <a:p>
            <a:r>
              <a:rPr lang="en-IN" dirty="0"/>
              <a:t>Fast training and prediction for real-time use.</a:t>
            </a:r>
          </a:p>
          <a:p>
            <a:r>
              <a:rPr lang="en-IN" dirty="0"/>
              <a:t>Random Forest improves accuracy and robustness.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43244"/>
              </p:ext>
            </p:extLst>
          </p:nvPr>
        </p:nvGraphicFramePr>
        <p:xfrm>
          <a:off x="1854200" y="2205222"/>
          <a:ext cx="8128000" cy="4211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2"/>
                        </a:rPr>
                        <a:t>https://github.com/Srirangam1107/AI-mini-project/blob/3a5ceb5794d8a4184638c75b888f7f81700d7593/AI%20mini%20project%20binsu.py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solidFill>
                            <a:schemeClr val="tx1"/>
                          </a:solidFill>
                          <a:hlinkClick r:id="rId3"/>
                        </a:rPr>
                        <a:t>https://github.com/Srirangam1107/AI-mini-project/blob/61b3ffc0a46aba9b743439ea3c552c8e6731bd71/bhargava%20shetty.docx</a:t>
                      </a:r>
                      <a:endParaRPr lang="en-US" alt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79932-4B34-7B29-2E0F-07CB0A9ED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51" y="1387521"/>
            <a:ext cx="2953992" cy="2117956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DC36CCC-1F65-F271-3547-8E3B6BA90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514" y="1387521"/>
            <a:ext cx="2264121" cy="2868397"/>
          </a:xfr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AB3195-D617-222B-95BF-CE0BB0EB7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7521"/>
            <a:ext cx="2066925" cy="2209800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8DDD83-7975-B15E-C6E2-03F6F018E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06651" y="4495166"/>
            <a:ext cx="5350566" cy="1621935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E32A56-2524-EE9C-2AF6-FB06CE4330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052" y="4624664"/>
            <a:ext cx="4718944" cy="1492437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5772BB-0490-1DEC-1CBB-2AC87B9301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290" y="1405106"/>
            <a:ext cx="28098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737A-D7C6-3046-34CC-E8D6FBC2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661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IN" dirty="0"/>
              <a:t>OUTPUT and 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0FDD-A595-3EE5-383A-ACF33F672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30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output of the AI-Based Blood Donation System shows whether a donor is </a:t>
            </a:r>
            <a:r>
              <a:rPr lang="en-IN" b="1" dirty="0"/>
              <a:t>eligible to donate blood</a:t>
            </a:r>
            <a:r>
              <a:rPr lang="en-IN" dirty="0"/>
              <a:t> based on the input features such as </a:t>
            </a:r>
            <a:r>
              <a:rPr lang="en-IN" b="1" dirty="0"/>
              <a:t>age, last donation date, health status, and blood group</a:t>
            </a:r>
            <a:r>
              <a:rPr lang="en-IN" dirty="0"/>
              <a:t>. The system uses a </a:t>
            </a:r>
            <a:r>
              <a:rPr lang="en-IN" b="1" dirty="0"/>
              <a:t>Decision Tree algorithm</a:t>
            </a:r>
            <a:r>
              <a:rPr lang="en-IN" dirty="0"/>
              <a:t>, which applies a set of decision rules learned from historical data to make this prediction.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1B864-37EB-7084-760A-6CB5DE7F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128D3-9EB9-64E1-719C-053664DB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8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Jefri </a:t>
            </a:r>
            <a:r>
              <a:rPr lang="en-IN" dirty="0" err="1"/>
              <a:t>Junifer</a:t>
            </a:r>
            <a:r>
              <a:rPr lang="en-IN" dirty="0"/>
              <a:t> </a:t>
            </a:r>
            <a:r>
              <a:rPr lang="en-IN" dirty="0" err="1"/>
              <a:t>Pangaribuan</a:t>
            </a:r>
            <a:r>
              <a:rPr lang="en-IN" dirty="0"/>
              <a:t> &amp; Alexander Putra, “Blood Donation Classification with Decision Tree Method using C4.5 Algorithm,” </a:t>
            </a:r>
            <a:r>
              <a:rPr lang="en-IN" i="1" dirty="0"/>
              <a:t>International Journal of Multidisciplinary Approach Research and Science</a:t>
            </a:r>
            <a:r>
              <a:rPr lang="en-IN" dirty="0"/>
              <a:t> (IJMARS). Available online: </a:t>
            </a:r>
            <a:r>
              <a:rPr lang="en-IN" u="sng" dirty="0">
                <a:hlinkClick r:id="rId2"/>
              </a:rPr>
              <a:t>https://risetpress.com/index.php/ijmars/article/view/961</a:t>
            </a:r>
            <a:r>
              <a:rPr lang="en-IN" dirty="0"/>
              <a:t> (</a:t>
            </a:r>
            <a:r>
              <a:rPr lang="en-IN" u="sng" dirty="0">
                <a:hlinkClick r:id="rId3" tooltip="Blood Donation Classification with Decision Tree Method using C4.5 Algorithm | International Journal of Multidisciplinary Approach Research and Science"/>
              </a:rPr>
              <a:t>risetpress.com</a:t>
            </a:r>
            <a:r>
              <a:rPr lang="en-IN" dirty="0"/>
              <a:t>)</a:t>
            </a:r>
          </a:p>
          <a:p>
            <a:pPr lvl="0"/>
            <a:r>
              <a:rPr lang="en-IN" dirty="0" err="1"/>
              <a:t>Nahashon</a:t>
            </a:r>
            <a:r>
              <a:rPr lang="en-IN" dirty="0"/>
              <a:t> Kiarie, Amos Chege </a:t>
            </a:r>
            <a:r>
              <a:rPr lang="en-IN" dirty="0" err="1"/>
              <a:t>Kirongo</a:t>
            </a:r>
            <a:r>
              <a:rPr lang="en-IN" dirty="0"/>
              <a:t> &amp; Mary </a:t>
            </a:r>
            <a:r>
              <a:rPr lang="en-IN" dirty="0" err="1"/>
              <a:t>Mwadulo</a:t>
            </a:r>
            <a:r>
              <a:rPr lang="en-IN" dirty="0"/>
              <a:t>, “A systematic review of predictive blood donor retention models,” </a:t>
            </a:r>
            <a:r>
              <a:rPr lang="en-IN" i="1" dirty="0"/>
              <a:t>African Journal of Science, Technology and Social Sciences</a:t>
            </a:r>
            <a:r>
              <a:rPr lang="en-IN" dirty="0"/>
              <a:t>, Vol. 2, No 2 (2023–24). Available: </a:t>
            </a:r>
            <a:r>
              <a:rPr lang="en-IN" u="sng" dirty="0">
                <a:hlinkClick r:id="rId4"/>
              </a:rPr>
              <a:t>https://journals.must.ac.ke/index.php/AJSTSS/article/view/206</a:t>
            </a:r>
            <a:r>
              <a:rPr lang="en-IN" dirty="0"/>
              <a:t> (</a:t>
            </a:r>
            <a:r>
              <a:rPr lang="en-IN" u="sng" dirty="0">
                <a:hlinkClick r:id="rId5" tooltip="A systematic review of predictive blood donor retention models. | African Journal of Science, Technology and Social Sciences"/>
              </a:rPr>
              <a:t>journals.must.ac.ke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Oded Z. Maimon &amp; Lior Rokach, </a:t>
            </a:r>
            <a:r>
              <a:rPr lang="en-IN" i="1" dirty="0"/>
              <a:t>Data Mining with Decision Trees: Theory and Applications</a:t>
            </a:r>
            <a:r>
              <a:rPr lang="en-IN" dirty="0"/>
              <a:t> (2nd Edition). World Scientific Publishing Company. Available: </a:t>
            </a:r>
            <a:r>
              <a:rPr lang="en-IN" u="sng" dirty="0">
                <a:hlinkClick r:id="rId6"/>
              </a:rPr>
              <a:t>https://mitpressbookstore.mit.edu/book/9789814590075</a:t>
            </a:r>
            <a:r>
              <a:rPr lang="en-IN" dirty="0"/>
              <a:t> (</a:t>
            </a:r>
            <a:r>
              <a:rPr lang="en-IN" u="sng" dirty="0" err="1">
                <a:hlinkClick r:id="rId7" tooltip="Data Mining with Decision Trees: Theory and Applications (2nd Edition) (Machine Perception and Artificial Intelligence #81) | mitpressbookstore"/>
              </a:rPr>
              <a:t>mitpressbookstore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“Decision Tree,” article on </a:t>
            </a:r>
            <a:r>
              <a:rPr lang="en-IN" dirty="0" err="1"/>
              <a:t>GeeksforGeeks</a:t>
            </a:r>
            <a:r>
              <a:rPr lang="en-IN" dirty="0"/>
              <a:t> (online tutorial explaining decision tree algorithm fundamentals). Available: </a:t>
            </a:r>
            <a:r>
              <a:rPr lang="en-IN" u="sng" dirty="0">
                <a:hlinkClick r:id="rId8"/>
              </a:rPr>
              <a:t>https://www.geeksforgeeks.org/machine-learning/decision-tree/</a:t>
            </a:r>
            <a:r>
              <a:rPr lang="en-IN" dirty="0"/>
              <a:t> (</a:t>
            </a:r>
            <a:r>
              <a:rPr lang="en-IN" u="sng" dirty="0" err="1">
                <a:hlinkClick r:id="rId9" tooltip="Decision Tree - GeeksforGeeks"/>
              </a:rPr>
              <a:t>GeeksforGeeks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Jaspreet Kaur </a:t>
            </a:r>
            <a:r>
              <a:rPr lang="en-IN" dirty="0" err="1"/>
              <a:t>Bhatoye</a:t>
            </a:r>
            <a:r>
              <a:rPr lang="en-IN" dirty="0"/>
              <a:t>, Indresh Verma &amp; Arundhati Guha </a:t>
            </a:r>
            <a:r>
              <a:rPr lang="en-IN" dirty="0" err="1"/>
              <a:t>Thakurta</a:t>
            </a:r>
            <a:r>
              <a:rPr lang="en-IN" dirty="0"/>
              <a:t>, “How AI is Keeping Blood Donation in Check,” </a:t>
            </a:r>
            <a:r>
              <a:rPr lang="en-IN" i="1" dirty="0"/>
              <a:t>Gerontology &amp; Geriatrics Studies</a:t>
            </a:r>
            <a:r>
              <a:rPr lang="en-IN" dirty="0"/>
              <a:t> (2023). Available: </a:t>
            </a:r>
            <a:r>
              <a:rPr lang="en-IN" u="sng" dirty="0">
                <a:hlinkClick r:id="rId10"/>
              </a:rPr>
              <a:t>https://crimsonpublishers.com/ggs/fulltext/GGS.000684.php</a:t>
            </a:r>
            <a:r>
              <a:rPr lang="en-IN" dirty="0"/>
              <a:t> (</a:t>
            </a:r>
            <a:r>
              <a:rPr lang="en-IN" u="sng" dirty="0" err="1">
                <a:hlinkClick r:id="rId11" tooltip="How AI is Keeping Blood Donation in Check"/>
              </a:rPr>
              <a:t>crimsonpublishers</a:t>
            </a:r>
            <a:r>
              <a:rPr lang="en-IN" dirty="0"/>
              <a:t>)</a:t>
            </a:r>
            <a:endParaRPr lang="en-US" altLang="en-US" dirty="0"/>
          </a:p>
          <a:p>
            <a:pPr marL="0" lvl="0" indent="0">
              <a:buNone/>
            </a:pPr>
            <a:endParaRPr lang="en-US" altLang="en-US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673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&lt;TITLE OF THE PROJECT&gt;</vt:lpstr>
      <vt:lpstr>PROBLEM STATEMENT</vt:lpstr>
      <vt:lpstr>THEORETICAL BACKGROUND</vt:lpstr>
      <vt:lpstr>IMPLEMENTATION AND CODE</vt:lpstr>
      <vt:lpstr>OUTPUT AND RESULTS</vt:lpstr>
      <vt:lpstr>OUTPUT and RESULT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VIKKY SEN</cp:lastModifiedBy>
  <cp:revision>5</cp:revision>
  <dcterms:created xsi:type="dcterms:W3CDTF">2025-10-18T08:57:34Z</dcterms:created>
  <dcterms:modified xsi:type="dcterms:W3CDTF">2025-11-05T17:55:43Z</dcterms:modified>
</cp:coreProperties>
</file>